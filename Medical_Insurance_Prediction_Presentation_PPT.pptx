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Medical Insurance Cost Prediction Using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Internship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Made By: INAYAT FATEMA JAFRI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Health insurance cost prediction is important for insurance companies.</a:t>
            </a:r>
          </a:p>
          <a:p>
            <a:pPr/>
            <a:r>
              <a:t>Manual estimation is often inaccurate and time-consuming.</a:t>
            </a:r>
          </a:p>
          <a:p>
            <a:pPr/>
            <a:r>
              <a:t>Machine Learning helps in predicting costs based on historical data.</a:t>
            </a:r>
          </a:p>
          <a:p>
            <a:pPr/>
            <a:r>
              <a:t>This project builds a predictive model using Linear Regression.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Insurance companies need accurate cost estimation.</a:t>
            </a:r>
          </a:p>
          <a:p>
            <a:pPr/>
            <a:r>
              <a:t>Traditional methods are not efficient.</a:t>
            </a:r>
          </a:p>
          <a:p>
            <a:pPr/>
            <a:r>
              <a:t>Need an automated system to predict medical charges.</a:t>
            </a:r>
          </a:p>
          <a:p>
            <a:pPr/>
            <a:r>
              <a:t>Goal: Predict insurance cost based on customer details.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Analyze the medical insurance dataset.</a:t>
            </a:r>
          </a:p>
          <a:p>
            <a:pPr/>
            <a:r>
              <a:t>Perform data preprocessing and cleaning.</a:t>
            </a:r>
          </a:p>
          <a:p>
            <a:pPr/>
            <a:r>
              <a:t>Build a Linear Regression model.</a:t>
            </a:r>
          </a:p>
          <a:p>
            <a:pPr/>
            <a:r>
              <a:t>Evaluate model performance.</a:t>
            </a:r>
          </a:p>
          <a:p>
            <a:pPr/>
            <a:r>
              <a:t>Predict future insurance charges.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Dataset Name: insurance.csv</a:t>
            </a:r>
          </a:p>
          <a:p>
            <a:pPr/>
            <a:r>
              <a:t>Total Records: 1338</a:t>
            </a:r>
          </a:p>
          <a:p>
            <a:pPr/>
            <a:r>
              <a:t>Total Features: 7</a:t>
            </a:r>
          </a:p>
          <a:p>
            <a:pPr/>
            <a:r>
              <a:t>Features: age, sex, bmi, children, smoker, region, charges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Checked dataset shape and structure.</a:t>
            </a:r>
          </a:p>
          <a:p>
            <a:pPr/>
            <a:r>
              <a:t>Used info() and describe() for summary.</a:t>
            </a:r>
          </a:p>
          <a:p>
            <a:pPr/>
            <a:r>
              <a:t>Verified missing values (none found).</a:t>
            </a:r>
          </a:p>
          <a:p>
            <a:pPr/>
            <a:r>
              <a:t>Visualized relationships using plots.</a:t>
            </a:r>
          </a:p>
          <a:p>
            <a:pPr/>
            <a:r>
              <a:t>Observed that smokers have higher charges.</a:t>
            </a:r>
          </a:p>
        </p:txBody>
      </p:sp>
      <p:pic>
        <p:nvPicPr>
          <p:cNvPr id="4" name="Picture 3" descr="Screenshot (17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0"/>
            <a:ext cx="4114800" cy="4210050"/>
          </a:xfrm>
          <a:prstGeom prst="rect">
            <a:avLst/>
          </a:prstGeom>
        </p:spPr>
      </p:pic>
      <p:pic>
        <p:nvPicPr>
          <p:cNvPr id="5" name="Picture 4" descr="Screenshot (172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200400"/>
            <a:ext cx="4114800" cy="432103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Converted categorical data into numerical form.</a:t>
            </a:r>
          </a:p>
          <a:p>
            <a:pPr/>
            <a:r>
              <a:t>Encoded sex, smoker, and region.</a:t>
            </a:r>
          </a:p>
          <a:p>
            <a:pPr/>
            <a:r>
              <a:t>Selected features and target variable.</a:t>
            </a:r>
          </a:p>
          <a:p>
            <a:pPr/>
            <a:r>
              <a:t>Split data into training and testing sets.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Used: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Suitable for continuous value prediction.</a:t>
            </a:r>
          </a:p>
          <a:p>
            <a:pPr/>
            <a:r>
              <a:t>Simple and easy to interpret.</a:t>
            </a:r>
          </a:p>
          <a:p>
            <a:pPr/>
            <a:r>
              <a:t>Fast training time.</a:t>
            </a:r>
          </a:p>
          <a:p>
            <a:pPr/>
            <a:r>
              <a:t>Works well as a baseline model.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Imported Linear Regression from sklearn.</a:t>
            </a:r>
          </a:p>
          <a:p>
            <a:pPr/>
            <a:r>
              <a:t>Trained model on training dataset.</a:t>
            </a:r>
          </a:p>
          <a:p>
            <a:pPr/>
            <a:r>
              <a:t>Generated predictions on test dataset.</a:t>
            </a:r>
          </a:p>
          <a:p>
            <a:pPr/>
            <a:r>
              <a:t>Compared predicted vs actual values.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Evaluation metric used: R² Score.</a:t>
            </a:r>
          </a:p>
          <a:p>
            <a:pPr/>
            <a:r>
              <a:t>Measures how well model fits the data.</a:t>
            </a:r>
          </a:p>
          <a:p>
            <a:pPr/>
            <a:r>
              <a:t>Value ranges from 0 to 1.</a:t>
            </a:r>
          </a:p>
          <a:p>
            <a:pPr/>
            <a:r>
              <a:t>Higher value indicates better performance.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Model successfully predicts insurance charges.</a:t>
            </a:r>
          </a:p>
          <a:p>
            <a:pPr/>
            <a:r>
              <a:t>Smoker feature highly impacts cost.</a:t>
            </a:r>
          </a:p>
          <a:p>
            <a:pPr/>
            <a:r>
              <a:t>BMI and age are important factors.</a:t>
            </a:r>
          </a:p>
          <a:p>
            <a:pPr/>
            <a:r>
              <a:t>Linear Regression gives reasonable accuracy.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Machine learning model developed successfully.</a:t>
            </a:r>
          </a:p>
          <a:p>
            <a:pPr/>
            <a:r>
              <a:t>Linear Regression performed well.</a:t>
            </a:r>
          </a:p>
          <a:p>
            <a:pPr/>
            <a:r>
              <a:t>Prediction process automated.</a:t>
            </a:r>
          </a:p>
          <a:p>
            <a:pPr/>
            <a:r>
              <a:t>Useful for real-world insurance estimation.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Use advanced models like Random Forest or XGBoost.</a:t>
            </a:r>
          </a:p>
          <a:p>
            <a:pPr/>
            <a:r>
              <a:t>Improve accuracy with feature engineering.</a:t>
            </a:r>
          </a:p>
          <a:p>
            <a:pPr/>
            <a:r>
              <a:t>Deploy as web application.</a:t>
            </a:r>
          </a:p>
          <a:p>
            <a:pPr/>
            <a:r>
              <a:t>Use larger real-time datasets.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 for your attention.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